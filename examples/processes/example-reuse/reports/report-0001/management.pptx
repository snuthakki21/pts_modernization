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Modernization POC · example-reuse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Source COBOL programs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Copybooks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Generated Python programs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Synthetic cases /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256 / 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Unresolved blockers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Fictional test fixture. Evidence is source-derived; no mainframe program was executed.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Before → after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BMS screens → React business screens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 →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Business REST APIs 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All selected source code LOC → program Python LOC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37 →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CICS / VSAM / inbound / outbound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Unknown until evidenced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Target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Python / SQLite (non-production)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Fictional test fixture. Workbench UI and its control endpoints are excluded from modernized business-screen/API counts. LOC is a size metric, not a parity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Rule verification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Extracted known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SME-confirmed + tested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Known-rule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Unsupported source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Observed mainframe parity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NOT established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Fictional test fixture. The percentage covers extracted known rules only. Unknown/unsupported behavior remains a blocker; passing synthetic tests is not proof of full legacy parity.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Complete source accountability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Frozen export files / physical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3 /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Applicable source lines: verified /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30 /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Blocked / mapped but unverified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Non-executable / explicitly out-of-scope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9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Semantic units: verified / applicable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14 /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Verified platform replacement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Fictional test fixture. coverage.json/CSV/XLSX/HTML preserve every original file and line with target spans, versions, tests and reasons. Line, semantic-unit and extracted-rule percentages use separate denominators.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Portfolio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Production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Unique source program 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Program memberships across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Unique copybook 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Completed without blockers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Fictional test fixture. Includes the current process outcome upon atomic report acceptance; demonstrations are excluded. Assets deduplicate by identity and source hash; memberships preserve reuse.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Evidence and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Source 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e79165daf78f7f3d2921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SME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One packet / one return per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Expected vs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Frozen source IR vs executed 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Supported POC boundary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Fictional test fixture. See metrics.json, source-analysis.json and each synthetic run for complete hashes, source spans, cases, actual results, differences and unresolved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